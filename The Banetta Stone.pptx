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us Jakarta Sans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Plus Jakarta Sans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PlusJakartaSansMedium-bold.fntdata"/><Relationship Id="rId21" Type="http://schemas.openxmlformats.org/officeDocument/2006/relationships/font" Target="fonts/PlusJakartaSansMedium-regular.fntdata"/><Relationship Id="rId24" Type="http://schemas.openxmlformats.org/officeDocument/2006/relationships/font" Target="fonts/PlusJakartaSansMedium-boldItalic.fntdata"/><Relationship Id="rId23" Type="http://schemas.openxmlformats.org/officeDocument/2006/relationships/font" Target="fonts/PlusJakarta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regular.fntdata"/><Relationship Id="rId12" Type="http://schemas.openxmlformats.org/officeDocument/2006/relationships/slide" Target="slides/slide7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7" Type="http://schemas.openxmlformats.org/officeDocument/2006/relationships/font" Target="fonts/Inter-regular.fntdata"/><Relationship Id="rId16" Type="http://schemas.openxmlformats.org/officeDocument/2006/relationships/font" Target="fonts/PlusJakartaSans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1a098d3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1a098d3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1a332b1f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1a332b1f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1a332b1f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1a332b1f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1a332b1f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1a332b1f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1a332b1f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1a332b1f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1a098d3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1a098d3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1a332b1f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1a332b1f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rgbClr val="FFF2C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rgbClr val="F0D5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rgbClr val="D498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rgbClr val="FFF2C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" name="Google Shape;62;p11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" name="Google Shape;68;p11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71" name="Google Shape;71;p12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75" name="Google Shape;75;p13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76" name="Google Shape;76;p13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77" name="Google Shape;77;p13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0" name="Google Shape;80;p13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3" name="Google Shape;83;p13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6" name="Google Shape;86;p13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3" name="Google Shape;93;p14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94" name="Google Shape;94;p14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6" name="Google Shape;96;p14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97" name="Google Shape;97;p14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9" name="Google Shape;99;p14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0" name="Google Shape;100;p14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2" name="Google Shape;102;p14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5" name="Google Shape;105;p14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6" name="Google Shape;106;p14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8" name="Google Shape;108;p14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9" name="Google Shape;109;p14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1" name="Google Shape;111;p14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2" name="Google Shape;112;p14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4" name="Google Shape;114;p14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17" name="Google Shape;117;p15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5" name="Google Shape;125;p16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6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16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8" name="Google Shape;128;p16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6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0" name="Google Shape;130;p16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6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6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44" name="Google Shape;144;p20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45" name="Google Shape;145;p20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8" name="Google Shape;148;p21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9" name="Google Shape;149;p21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0" name="Google Shape;150;p21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1" name="Google Shape;151;p21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2" name="Google Shape;152;p21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3" name="Google Shape;153;p21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4" name="Google Shape;154;p21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2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160" name="Google Shape;160;p22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161" name="Google Shape;161;p22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23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5" name="Google Shape;165;p23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3" name="Google Shape;173;p24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4" name="Google Shape;174;p24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4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6" name="Google Shape;176;p24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7" name="Google Shape;177;p24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8" name="Google Shape;178;p24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9" name="Google Shape;179;p24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0" name="Google Shape;180;p24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3" name="Google Shape;183;p24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4" name="Google Shape;184;p24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89" name="Google Shape;189;p25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0" name="Google Shape;190;p25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1" name="Google Shape;191;p25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2" name="Google Shape;192;p25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3" name="Google Shape;193;p25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2" name="Google Shape;202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2" name="Google Shape;21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4" name="Google Shape;224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5" name="Google Shape;225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" name="Google Shape;226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5" name="Google Shape;235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6" name="Google Shape;236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1" name="Google Shape;241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2" name="Google Shape;242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" name="Google Shape;243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" name="Google Shape;244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9" name="Google Shape;249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0" name="Google Shape;250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1" name="Google Shape;251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2" name="Google Shape;252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3" name="Google Shape;253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4" name="Google Shape;254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5" name="Google Shape;265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8" name="Google Shape;268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1" name="Google Shape;271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3" name="Google Shape;27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5" name="Google Shape;275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6" name="Google Shape;276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idx="1" type="subTitle"/>
          </p:nvPr>
        </p:nvSpPr>
        <p:spPr>
          <a:xfrm>
            <a:off x="4897375" y="2609925"/>
            <a:ext cx="3679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Bananers</a:t>
            </a:r>
            <a:endParaRPr/>
          </a:p>
        </p:txBody>
      </p:sp>
      <p:sp>
        <p:nvSpPr>
          <p:cNvPr id="295" name="Google Shape;295;p45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Banetta Stone</a:t>
            </a:r>
            <a:endParaRPr/>
          </a:p>
        </p:txBody>
      </p:sp>
      <p:pic>
        <p:nvPicPr>
          <p:cNvPr id="296" name="Google Shape;296;p45" title="Adobe Express - 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5713" y="401826"/>
            <a:ext cx="2131925" cy="17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5" title="banana-png-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111441">
            <a:off x="7041741" y="370214"/>
            <a:ext cx="1636875" cy="16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5" title="Adobe Express - 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7913" y="1581351"/>
            <a:ext cx="2131924" cy="17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46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04" name="Google Shape;304;p46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rgbClr val="D498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05" name="Google Shape;305;p46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06" name="Google Shape;306;p46"/>
          <p:cNvPicPr preferRelativeResize="0"/>
          <p:nvPr/>
        </p:nvPicPr>
        <p:blipFill rotWithShape="1">
          <a:blip r:embed="rId3">
            <a:alphaModFix/>
          </a:blip>
          <a:srcRect b="23723" l="10750" r="11681" t="35723"/>
          <a:stretch/>
        </p:blipFill>
        <p:spPr>
          <a:xfrm>
            <a:off x="1457150" y="368975"/>
            <a:ext cx="6439248" cy="4355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7"/>
          <p:cNvPicPr preferRelativeResize="0"/>
          <p:nvPr/>
        </p:nvPicPr>
        <p:blipFill rotWithShape="1">
          <a:blip r:embed="rId3">
            <a:alphaModFix/>
          </a:blip>
          <a:srcRect b="49997" l="6641" r="10343" t="7605"/>
          <a:stretch/>
        </p:blipFill>
        <p:spPr>
          <a:xfrm>
            <a:off x="1307006" y="276000"/>
            <a:ext cx="6462950" cy="4269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47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13" name="Google Shape;313;p47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rgbClr val="D498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14" name="Google Shape;314;p47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48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20" name="Google Shape;320;p48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1" name="Google Shape;321;p48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22" name="Google Shape;322;p48"/>
          <p:cNvPicPr preferRelativeResize="0"/>
          <p:nvPr/>
        </p:nvPicPr>
        <p:blipFill rotWithShape="1">
          <a:blip r:embed="rId3">
            <a:alphaModFix/>
          </a:blip>
          <a:srcRect b="49999" l="10176" r="12081" t="6461"/>
          <a:stretch/>
        </p:blipFill>
        <p:spPr>
          <a:xfrm>
            <a:off x="1536175" y="275400"/>
            <a:ext cx="6052102" cy="43852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48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24" name="Google Shape;324;p48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rgbClr val="D498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5" name="Google Shape;325;p48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49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31" name="Google Shape;331;p49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2" name="Google Shape;332;p49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33" name="Google Shape;333;p49"/>
          <p:cNvPicPr preferRelativeResize="0"/>
          <p:nvPr/>
        </p:nvPicPr>
        <p:blipFill rotWithShape="1">
          <a:blip r:embed="rId3">
            <a:alphaModFix/>
          </a:blip>
          <a:srcRect b="49997" l="10381" r="10610" t="7605"/>
          <a:stretch/>
        </p:blipFill>
        <p:spPr>
          <a:xfrm>
            <a:off x="1512460" y="317460"/>
            <a:ext cx="6107400" cy="4239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49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35" name="Google Shape;335;p49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rgbClr val="D498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36" name="Google Shape;336;p49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50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42" name="Google Shape;342;p50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3" name="Google Shape;343;p50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44" name="Google Shape;3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050" y="587459"/>
            <a:ext cx="8044211" cy="39828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50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46" name="Google Shape;346;p50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rgbClr val="D498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47" name="Google Shape;347;p50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51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53" name="Google Shape;353;p51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4" name="Google Shape;354;p51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20" y="411357"/>
            <a:ext cx="8807613" cy="4360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51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57" name="Google Shape;357;p51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rgbClr val="D498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8" name="Google Shape;358;p51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